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C97A0-6074-461C-8690-1688AEA485BF}" v="1" dt="2025-11-30T21:08:28.612"/>
    <p1510:client id="{15C5D0A7-3E7D-466C-9B4E-D95DA5DD4613}" v="10" dt="2025-11-30T21:02:22.873"/>
    <p1510:client id="{163279A1-B5A7-41E3-91D9-2AA7D058043F}" v="1" dt="2025-11-30T21:07:07.513"/>
    <p1510:client id="{D6AAD021-1DAD-4B5D-B923-EB9A2CD30BC5}" v="91" dt="2025-11-30T21:00:15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esh Yadav [Student-PECS]" userId="S::dy25aad@herts.ac.uk::aef5adbd-626d-4ed8-b936-dc7d086cdd3f" providerId="AD" clId="Web-{001C97A0-6074-461C-8690-1688AEA485BF}"/>
    <pc:docChg chg="modSld">
      <pc:chgData name="Dipesh Yadav [Student-PECS]" userId="S::dy25aad@herts.ac.uk::aef5adbd-626d-4ed8-b936-dc7d086cdd3f" providerId="AD" clId="Web-{001C97A0-6074-461C-8690-1688AEA485BF}" dt="2025-11-30T21:08:49.926" v="3"/>
      <pc:docMkLst>
        <pc:docMk/>
      </pc:docMkLst>
      <pc:sldChg chg="addSp modSp mod setBg">
        <pc:chgData name="Dipesh Yadav [Student-PECS]" userId="S::dy25aad@herts.ac.uk::aef5adbd-626d-4ed8-b936-dc7d086cdd3f" providerId="AD" clId="Web-{001C97A0-6074-461C-8690-1688AEA485BF}" dt="2025-11-30T21:08:11.252" v="0"/>
        <pc:sldMkLst>
          <pc:docMk/>
          <pc:sldMk cId="2866735084" sldId="259"/>
        </pc:sldMkLst>
        <pc:spChg chg="mod">
          <ac:chgData name="Dipesh Yadav [Student-PECS]" userId="S::dy25aad@herts.ac.uk::aef5adbd-626d-4ed8-b936-dc7d086cdd3f" providerId="AD" clId="Web-{001C97A0-6074-461C-8690-1688AEA485BF}" dt="2025-11-30T21:08:11.252" v="0"/>
          <ac:spMkLst>
            <pc:docMk/>
            <pc:sldMk cId="2866735084" sldId="259"/>
            <ac:spMk id="2" creationId="{3EAAFA3B-1C0F-8C76-FB3E-8372CD5DA700}"/>
          </ac:spMkLst>
        </pc:spChg>
        <pc:spChg chg="mod">
          <ac:chgData name="Dipesh Yadav [Student-PECS]" userId="S::dy25aad@herts.ac.uk::aef5adbd-626d-4ed8-b936-dc7d086cdd3f" providerId="AD" clId="Web-{001C97A0-6074-461C-8690-1688AEA485BF}" dt="2025-11-30T21:08:11.252" v="0"/>
          <ac:spMkLst>
            <pc:docMk/>
            <pc:sldMk cId="2866735084" sldId="259"/>
            <ac:spMk id="3" creationId="{4DCF5CFA-4229-3D4D-F1C5-9BB3428EE6A7}"/>
          </ac:spMkLst>
        </pc:spChg>
        <pc:spChg chg="add">
          <ac:chgData name="Dipesh Yadav [Student-PECS]" userId="S::dy25aad@herts.ac.uk::aef5adbd-626d-4ed8-b936-dc7d086cdd3f" providerId="AD" clId="Web-{001C97A0-6074-461C-8690-1688AEA485BF}" dt="2025-11-30T21:08:11.252" v="0"/>
          <ac:spMkLst>
            <pc:docMk/>
            <pc:sldMk cId="2866735084" sldId="259"/>
            <ac:spMk id="8" creationId="{1BB867FF-FC45-48F7-8104-F89BE54909F1}"/>
          </ac:spMkLst>
        </pc:spChg>
        <pc:spChg chg="add">
          <ac:chgData name="Dipesh Yadav [Student-PECS]" userId="S::dy25aad@herts.ac.uk::aef5adbd-626d-4ed8-b936-dc7d086cdd3f" providerId="AD" clId="Web-{001C97A0-6074-461C-8690-1688AEA485BF}" dt="2025-11-30T21:08:11.252" v="0"/>
          <ac:spMkLst>
            <pc:docMk/>
            <pc:sldMk cId="2866735084" sldId="259"/>
            <ac:spMk id="10" creationId="{8BB56887-D0D5-4F0C-9E19-7247EB83C8B7}"/>
          </ac:spMkLst>
        </pc:spChg>
        <pc:spChg chg="add">
          <ac:chgData name="Dipesh Yadav [Student-PECS]" userId="S::dy25aad@herts.ac.uk::aef5adbd-626d-4ed8-b936-dc7d086cdd3f" providerId="AD" clId="Web-{001C97A0-6074-461C-8690-1688AEA485BF}" dt="2025-11-30T21:08:11.252" v="0"/>
          <ac:spMkLst>
            <pc:docMk/>
            <pc:sldMk cId="2866735084" sldId="259"/>
            <ac:spMk id="12" creationId="{081E4A58-353D-44AE-B2FC-2A74E2E400F7}"/>
          </ac:spMkLst>
        </pc:spChg>
      </pc:sldChg>
      <pc:sldChg chg="addSp modSp mod setBg">
        <pc:chgData name="Dipesh Yadav [Student-PECS]" userId="S::dy25aad@herts.ac.uk::aef5adbd-626d-4ed8-b936-dc7d086cdd3f" providerId="AD" clId="Web-{001C97A0-6074-461C-8690-1688AEA485BF}" dt="2025-11-30T21:08:17.815" v="1"/>
        <pc:sldMkLst>
          <pc:docMk/>
          <pc:sldMk cId="28405575" sldId="260"/>
        </pc:sldMkLst>
        <pc:spChg chg="mod">
          <ac:chgData name="Dipesh Yadav [Student-PECS]" userId="S::dy25aad@herts.ac.uk::aef5adbd-626d-4ed8-b936-dc7d086cdd3f" providerId="AD" clId="Web-{001C97A0-6074-461C-8690-1688AEA485BF}" dt="2025-11-30T21:08:17.815" v="1"/>
          <ac:spMkLst>
            <pc:docMk/>
            <pc:sldMk cId="28405575" sldId="260"/>
            <ac:spMk id="2" creationId="{4F60E8C5-945E-168F-E750-D8BDB96804C9}"/>
          </ac:spMkLst>
        </pc:spChg>
        <pc:spChg chg="mod">
          <ac:chgData name="Dipesh Yadav [Student-PECS]" userId="S::dy25aad@herts.ac.uk::aef5adbd-626d-4ed8-b936-dc7d086cdd3f" providerId="AD" clId="Web-{001C97A0-6074-461C-8690-1688AEA485BF}" dt="2025-11-30T21:08:17.815" v="1"/>
          <ac:spMkLst>
            <pc:docMk/>
            <pc:sldMk cId="28405575" sldId="260"/>
            <ac:spMk id="3" creationId="{5421A471-3FBB-2993-425D-FDB1DCE55FAF}"/>
          </ac:spMkLst>
        </pc:spChg>
        <pc:spChg chg="add">
          <ac:chgData name="Dipesh Yadav [Student-PECS]" userId="S::dy25aad@herts.ac.uk::aef5adbd-626d-4ed8-b936-dc7d086cdd3f" providerId="AD" clId="Web-{001C97A0-6074-461C-8690-1688AEA485BF}" dt="2025-11-30T21:08:17.815" v="1"/>
          <ac:spMkLst>
            <pc:docMk/>
            <pc:sldMk cId="28405575" sldId="260"/>
            <ac:spMk id="8" creationId="{B6CDA21F-E7AF-4C75-8395-33F58D5B0E45}"/>
          </ac:spMkLst>
        </pc:spChg>
        <pc:spChg chg="add">
          <ac:chgData name="Dipesh Yadav [Student-PECS]" userId="S::dy25aad@herts.ac.uk::aef5adbd-626d-4ed8-b936-dc7d086cdd3f" providerId="AD" clId="Web-{001C97A0-6074-461C-8690-1688AEA485BF}" dt="2025-11-30T21:08:17.815" v="1"/>
          <ac:spMkLst>
            <pc:docMk/>
            <pc:sldMk cId="28405575" sldId="260"/>
            <ac:spMk id="15" creationId="{D5B0017B-2ECA-49AF-B397-DC140825DF8D}"/>
          </ac:spMkLst>
        </pc:spChg>
        <pc:grpChg chg="add">
          <ac:chgData name="Dipesh Yadav [Student-PECS]" userId="S::dy25aad@herts.ac.uk::aef5adbd-626d-4ed8-b936-dc7d086cdd3f" providerId="AD" clId="Web-{001C97A0-6074-461C-8690-1688AEA485BF}" dt="2025-11-30T21:08:17.815" v="1"/>
          <ac:grpSpMkLst>
            <pc:docMk/>
            <pc:sldMk cId="28405575" sldId="260"/>
            <ac:grpSpMk id="10" creationId="{AE1C45F0-260A-458C-96ED-C1F6D2151219}"/>
          </ac:grpSpMkLst>
        </pc:grpChg>
        <pc:cxnChg chg="add">
          <ac:chgData name="Dipesh Yadav [Student-PECS]" userId="S::dy25aad@herts.ac.uk::aef5adbd-626d-4ed8-b936-dc7d086cdd3f" providerId="AD" clId="Web-{001C97A0-6074-461C-8690-1688AEA485BF}" dt="2025-11-30T21:08:17.815" v="1"/>
          <ac:cxnSpMkLst>
            <pc:docMk/>
            <pc:sldMk cId="28405575" sldId="260"/>
            <ac:cxnSpMk id="17" creationId="{6CF1BAF6-AD41-4082-B212-8A1F9A2E8779}"/>
          </ac:cxnSpMkLst>
        </pc:cxnChg>
      </pc:sldChg>
      <pc:sldChg chg="addSp delSp">
        <pc:chgData name="Dipesh Yadav [Student-PECS]" userId="S::dy25aad@herts.ac.uk::aef5adbd-626d-4ed8-b936-dc7d086cdd3f" providerId="AD" clId="Web-{001C97A0-6074-461C-8690-1688AEA485BF}" dt="2025-11-30T21:08:28.612" v="2"/>
        <pc:sldMkLst>
          <pc:docMk/>
          <pc:sldMk cId="4249632321" sldId="261"/>
        </pc:sldMkLst>
        <pc:spChg chg="del">
          <ac:chgData name="Dipesh Yadav [Student-PECS]" userId="S::dy25aad@herts.ac.uk::aef5adbd-626d-4ed8-b936-dc7d086cdd3f" providerId="AD" clId="Web-{001C97A0-6074-461C-8690-1688AEA485BF}" dt="2025-11-30T21:08:28.612" v="2"/>
          <ac:spMkLst>
            <pc:docMk/>
            <pc:sldMk cId="4249632321" sldId="261"/>
            <ac:spMk id="3" creationId="{F6B0F07D-A32A-1FEA-2B35-6AF5EEF7B111}"/>
          </ac:spMkLst>
        </pc:spChg>
        <pc:graphicFrameChg chg="add">
          <ac:chgData name="Dipesh Yadav [Student-PECS]" userId="S::dy25aad@herts.ac.uk::aef5adbd-626d-4ed8-b936-dc7d086cdd3f" providerId="AD" clId="Web-{001C97A0-6074-461C-8690-1688AEA485BF}" dt="2025-11-30T21:08:28.612" v="2"/>
          <ac:graphicFrameMkLst>
            <pc:docMk/>
            <pc:sldMk cId="4249632321" sldId="261"/>
            <ac:graphicFrameMk id="5" creationId="{E274AE7E-BB28-F787-2F7F-3240E332BEC4}"/>
          </ac:graphicFrameMkLst>
        </pc:graphicFrameChg>
      </pc:sldChg>
      <pc:sldChg chg="addSp modSp mod setBg">
        <pc:chgData name="Dipesh Yadav [Student-PECS]" userId="S::dy25aad@herts.ac.uk::aef5adbd-626d-4ed8-b936-dc7d086cdd3f" providerId="AD" clId="Web-{001C97A0-6074-461C-8690-1688AEA485BF}" dt="2025-11-30T21:08:49.926" v="3"/>
        <pc:sldMkLst>
          <pc:docMk/>
          <pc:sldMk cId="2129009080" sldId="262"/>
        </pc:sldMkLst>
        <pc:spChg chg="mod">
          <ac:chgData name="Dipesh Yadav [Student-PECS]" userId="S::dy25aad@herts.ac.uk::aef5adbd-626d-4ed8-b936-dc7d086cdd3f" providerId="AD" clId="Web-{001C97A0-6074-461C-8690-1688AEA485BF}" dt="2025-11-30T21:08:49.926" v="3"/>
          <ac:spMkLst>
            <pc:docMk/>
            <pc:sldMk cId="2129009080" sldId="262"/>
            <ac:spMk id="2" creationId="{119DB926-66DC-5D99-6F0E-3921C7E9E9A4}"/>
          </ac:spMkLst>
        </pc:spChg>
        <pc:spChg chg="mod">
          <ac:chgData name="Dipesh Yadav [Student-PECS]" userId="S::dy25aad@herts.ac.uk::aef5adbd-626d-4ed8-b936-dc7d086cdd3f" providerId="AD" clId="Web-{001C97A0-6074-461C-8690-1688AEA485BF}" dt="2025-11-30T21:08:49.926" v="3"/>
          <ac:spMkLst>
            <pc:docMk/>
            <pc:sldMk cId="2129009080" sldId="262"/>
            <ac:spMk id="3" creationId="{18188E45-78E5-4BE8-6D98-F2F31E3E3041}"/>
          </ac:spMkLst>
        </pc:spChg>
        <pc:spChg chg="add">
          <ac:chgData name="Dipesh Yadav [Student-PECS]" userId="S::dy25aad@herts.ac.uk::aef5adbd-626d-4ed8-b936-dc7d086cdd3f" providerId="AD" clId="Web-{001C97A0-6074-461C-8690-1688AEA485BF}" dt="2025-11-30T21:08:49.926" v="3"/>
          <ac:spMkLst>
            <pc:docMk/>
            <pc:sldMk cId="2129009080" sldId="262"/>
            <ac:spMk id="8" creationId="{F837543A-6020-4505-A233-C9DB4BF74011}"/>
          </ac:spMkLst>
        </pc:spChg>
        <pc:spChg chg="add">
          <ac:chgData name="Dipesh Yadav [Student-PECS]" userId="S::dy25aad@herts.ac.uk::aef5adbd-626d-4ed8-b936-dc7d086cdd3f" providerId="AD" clId="Web-{001C97A0-6074-461C-8690-1688AEA485BF}" dt="2025-11-30T21:08:49.926" v="3"/>
          <ac:spMkLst>
            <pc:docMk/>
            <pc:sldMk cId="2129009080" sldId="262"/>
            <ac:spMk id="10" creationId="{35B16301-FB18-48BA-A6DD-C37CAF6F9A18}"/>
          </ac:spMkLst>
        </pc:spChg>
        <pc:spChg chg="add">
          <ac:chgData name="Dipesh Yadav [Student-PECS]" userId="S::dy25aad@herts.ac.uk::aef5adbd-626d-4ed8-b936-dc7d086cdd3f" providerId="AD" clId="Web-{001C97A0-6074-461C-8690-1688AEA485BF}" dt="2025-11-30T21:08:49.926" v="3"/>
          <ac:spMkLst>
            <pc:docMk/>
            <pc:sldMk cId="2129009080" sldId="262"/>
            <ac:spMk id="12" creationId="{C3C0D90E-074A-4F52-9B11-B52BEF4BCBE5}"/>
          </ac:spMkLst>
        </pc:spChg>
        <pc:spChg chg="add">
          <ac:chgData name="Dipesh Yadav [Student-PECS]" userId="S::dy25aad@herts.ac.uk::aef5adbd-626d-4ed8-b936-dc7d086cdd3f" providerId="AD" clId="Web-{001C97A0-6074-461C-8690-1688AEA485BF}" dt="2025-11-30T21:08:49.926" v="3"/>
          <ac:spMkLst>
            <pc:docMk/>
            <pc:sldMk cId="2129009080" sldId="262"/>
            <ac:spMk id="14" creationId="{CABBD4C1-E6F8-46F6-8152-A8A97490BF4D}"/>
          </ac:spMkLst>
        </pc:spChg>
        <pc:spChg chg="add">
          <ac:chgData name="Dipesh Yadav [Student-PECS]" userId="S::dy25aad@herts.ac.uk::aef5adbd-626d-4ed8-b936-dc7d086cdd3f" providerId="AD" clId="Web-{001C97A0-6074-461C-8690-1688AEA485BF}" dt="2025-11-30T21:08:49.926" v="3"/>
          <ac:spMkLst>
            <pc:docMk/>
            <pc:sldMk cId="2129009080" sldId="262"/>
            <ac:spMk id="16" creationId="{83BA5EF5-1FE9-4BF9-83BB-269BCDDF6156}"/>
          </ac:spMkLst>
        </pc:spChg>
        <pc:spChg chg="add">
          <ac:chgData name="Dipesh Yadav [Student-PECS]" userId="S::dy25aad@herts.ac.uk::aef5adbd-626d-4ed8-b936-dc7d086cdd3f" providerId="AD" clId="Web-{001C97A0-6074-461C-8690-1688AEA485BF}" dt="2025-11-30T21:08:49.926" v="3"/>
          <ac:spMkLst>
            <pc:docMk/>
            <pc:sldMk cId="2129009080" sldId="262"/>
            <ac:spMk id="20" creationId="{88853921-7BC9-4BDE-ACAB-133C683C82D6}"/>
          </ac:spMkLst>
        </pc:spChg>
        <pc:spChg chg="add">
          <ac:chgData name="Dipesh Yadav [Student-PECS]" userId="S::dy25aad@herts.ac.uk::aef5adbd-626d-4ed8-b936-dc7d086cdd3f" providerId="AD" clId="Web-{001C97A0-6074-461C-8690-1688AEA485BF}" dt="2025-11-30T21:08:49.926" v="3"/>
          <ac:spMkLst>
            <pc:docMk/>
            <pc:sldMk cId="2129009080" sldId="262"/>
            <ac:spMk id="22" creationId="{09192968-3AE7-4470-A61C-97294BB92731}"/>
          </ac:spMkLst>
        </pc:spChg>
        <pc:spChg chg="add">
          <ac:chgData name="Dipesh Yadav [Student-PECS]" userId="S::dy25aad@herts.ac.uk::aef5adbd-626d-4ed8-b936-dc7d086cdd3f" providerId="AD" clId="Web-{001C97A0-6074-461C-8690-1688AEA485BF}" dt="2025-11-30T21:08:49.926" v="3"/>
          <ac:spMkLst>
            <pc:docMk/>
            <pc:sldMk cId="2129009080" sldId="262"/>
            <ac:spMk id="24" creationId="{3AB72E55-43E4-4356-BFE8-E2102CB0B505}"/>
          </ac:spMkLst>
        </pc:spChg>
      </pc:sldChg>
    </pc:docChg>
  </pc:docChgLst>
  <pc:docChgLst>
    <pc:chgData name="Dipesh Yadav [Student-PECS]" userId="S::dy25aad@herts.ac.uk::aef5adbd-626d-4ed8-b936-dc7d086cdd3f" providerId="AD" clId="Web-{163279A1-B5A7-41E3-91D9-2AA7D058043F}"/>
    <pc:docChg chg="modSld">
      <pc:chgData name="Dipesh Yadav [Student-PECS]" userId="S::dy25aad@herts.ac.uk::aef5adbd-626d-4ed8-b936-dc7d086cdd3f" providerId="AD" clId="Web-{163279A1-B5A7-41E3-91D9-2AA7D058043F}" dt="2025-11-30T21:07:07.513" v="7" actId="20577"/>
      <pc:docMkLst>
        <pc:docMk/>
      </pc:docMkLst>
      <pc:sldChg chg="addSp modSp mod setBg">
        <pc:chgData name="Dipesh Yadav [Student-PECS]" userId="S::dy25aad@herts.ac.uk::aef5adbd-626d-4ed8-b936-dc7d086cdd3f" providerId="AD" clId="Web-{163279A1-B5A7-41E3-91D9-2AA7D058043F}" dt="2025-11-30T21:06:19.293" v="0"/>
        <pc:sldMkLst>
          <pc:docMk/>
          <pc:sldMk cId="109857222" sldId="256"/>
        </pc:sldMkLst>
        <pc:spChg chg="mod">
          <ac:chgData name="Dipesh Yadav [Student-PECS]" userId="S::dy25aad@herts.ac.uk::aef5adbd-626d-4ed8-b936-dc7d086cdd3f" providerId="AD" clId="Web-{163279A1-B5A7-41E3-91D9-2AA7D058043F}" dt="2025-11-30T21:06:19.293" v="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ipesh Yadav [Student-PECS]" userId="S::dy25aad@herts.ac.uk::aef5adbd-626d-4ed8-b936-dc7d086cdd3f" providerId="AD" clId="Web-{163279A1-B5A7-41E3-91D9-2AA7D058043F}" dt="2025-11-30T21:06:19.293" v="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19.293" v="0"/>
          <ac:spMkLst>
            <pc:docMk/>
            <pc:sldMk cId="109857222" sldId="256"/>
            <ac:spMk id="8" creationId="{8C790BE2-4E4F-4AAF-81A2-4A6F4885EBE6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19.293" v="0"/>
          <ac:spMkLst>
            <pc:docMk/>
            <pc:sldMk cId="109857222" sldId="256"/>
            <ac:spMk id="10" creationId="{D28B54C3-B57B-472A-B96E-1FCB67093DC2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19.293" v="0"/>
          <ac:spMkLst>
            <pc:docMk/>
            <pc:sldMk cId="109857222" sldId="256"/>
            <ac:spMk id="12" creationId="{7DB3C429-F8DA-49B9-AF84-21996FCF78B5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19.293" v="0"/>
          <ac:spMkLst>
            <pc:docMk/>
            <pc:sldMk cId="109857222" sldId="256"/>
            <ac:spMk id="14" creationId="{E12088DD-B1AD-40E0-8B86-1D87A2CCD9BE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19.293" v="0"/>
          <ac:spMkLst>
            <pc:docMk/>
            <pc:sldMk cId="109857222" sldId="256"/>
            <ac:spMk id="16" creationId="{C4C9F2B0-1044-46EB-8AEB-C3BFFDE6C2CC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19.293" v="0"/>
          <ac:spMkLst>
            <pc:docMk/>
            <pc:sldMk cId="109857222" sldId="256"/>
            <ac:spMk id="18" creationId="{0C395952-4E26-45A2-8756-2ADFD6E53C6E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19.293" v="0"/>
          <ac:spMkLst>
            <pc:docMk/>
            <pc:sldMk cId="109857222" sldId="256"/>
            <ac:spMk id="20" creationId="{4734BADF-9461-4621-B112-2D7BABEA7DD0}"/>
          </ac:spMkLst>
        </pc:spChg>
      </pc:sldChg>
      <pc:sldChg chg="addSp delSp modSp mod setBg">
        <pc:chgData name="Dipesh Yadav [Student-PECS]" userId="S::dy25aad@herts.ac.uk::aef5adbd-626d-4ed8-b936-dc7d086cdd3f" providerId="AD" clId="Web-{163279A1-B5A7-41E3-91D9-2AA7D058043F}" dt="2025-11-30T21:06:41.965" v="5"/>
        <pc:sldMkLst>
          <pc:docMk/>
          <pc:sldMk cId="2511608338" sldId="257"/>
        </pc:sldMkLst>
        <pc:spChg chg="mod">
          <ac:chgData name="Dipesh Yadav [Student-PECS]" userId="S::dy25aad@herts.ac.uk::aef5adbd-626d-4ed8-b936-dc7d086cdd3f" providerId="AD" clId="Web-{163279A1-B5A7-41E3-91D9-2AA7D058043F}" dt="2025-11-30T21:06:41.965" v="5"/>
          <ac:spMkLst>
            <pc:docMk/>
            <pc:sldMk cId="2511608338" sldId="257"/>
            <ac:spMk id="2" creationId="{12347734-4D28-C3EA-772B-F96CDC145CB0}"/>
          </ac:spMkLst>
        </pc:spChg>
        <pc:spChg chg="mod">
          <ac:chgData name="Dipesh Yadav [Student-PECS]" userId="S::dy25aad@herts.ac.uk::aef5adbd-626d-4ed8-b936-dc7d086cdd3f" providerId="AD" clId="Web-{163279A1-B5A7-41E3-91D9-2AA7D058043F}" dt="2025-11-30T21:06:41.965" v="5"/>
          <ac:spMkLst>
            <pc:docMk/>
            <pc:sldMk cId="2511608338" sldId="257"/>
            <ac:spMk id="3" creationId="{C3BBB949-993A-ED62-2B03-B725D4CC0F55}"/>
          </ac:spMkLst>
        </pc:spChg>
        <pc:spChg chg="add del">
          <ac:chgData name="Dipesh Yadav [Student-PECS]" userId="S::dy25aad@herts.ac.uk::aef5adbd-626d-4ed8-b936-dc7d086cdd3f" providerId="AD" clId="Web-{163279A1-B5A7-41E3-91D9-2AA7D058043F}" dt="2025-11-30T21:06:41.950" v="4"/>
          <ac:spMkLst>
            <pc:docMk/>
            <pc:sldMk cId="2511608338" sldId="257"/>
            <ac:spMk id="11" creationId="{71F2038E-D777-4B76-81DD-DD13EE91B9DD}"/>
          </ac:spMkLst>
        </pc:spChg>
        <pc:spChg chg="add del">
          <ac:chgData name="Dipesh Yadav [Student-PECS]" userId="S::dy25aad@herts.ac.uk::aef5adbd-626d-4ed8-b936-dc7d086cdd3f" providerId="AD" clId="Web-{163279A1-B5A7-41E3-91D9-2AA7D058043F}" dt="2025-11-30T21:06:41.950" v="4"/>
          <ac:spMkLst>
            <pc:docMk/>
            <pc:sldMk cId="2511608338" sldId="257"/>
            <ac:spMk id="18" creationId="{B6FACB3C-9069-4791-BC5C-0DB7CD19B853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41.965" v="5"/>
          <ac:spMkLst>
            <pc:docMk/>
            <pc:sldMk cId="2511608338" sldId="257"/>
            <ac:spMk id="20" creationId="{2596F992-698C-48C0-9D89-70DA4CE927EF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41.965" v="5"/>
          <ac:spMkLst>
            <pc:docMk/>
            <pc:sldMk cId="2511608338" sldId="257"/>
            <ac:spMk id="21" creationId="{E7BFF8DC-0AE7-4AD2-9B28-2E5F26D62C30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41.965" v="5"/>
          <ac:spMkLst>
            <pc:docMk/>
            <pc:sldMk cId="2511608338" sldId="257"/>
            <ac:spMk id="22" creationId="{7E0162AD-C6E5-4BF8-A453-76ADB36877D3}"/>
          </ac:spMkLst>
        </pc:spChg>
        <pc:grpChg chg="add del">
          <ac:chgData name="Dipesh Yadav [Student-PECS]" userId="S::dy25aad@herts.ac.uk::aef5adbd-626d-4ed8-b936-dc7d086cdd3f" providerId="AD" clId="Web-{163279A1-B5A7-41E3-91D9-2AA7D058043F}" dt="2025-11-30T21:06:37.622" v="2"/>
          <ac:grpSpMkLst>
            <pc:docMk/>
            <pc:sldMk cId="2511608338" sldId="257"/>
            <ac:grpSpMk id="9" creationId="{6258F736-B256-8039-9DC6-F4E49A5C5AD5}"/>
          </ac:grpSpMkLst>
        </pc:grpChg>
        <pc:grpChg chg="add del">
          <ac:chgData name="Dipesh Yadav [Student-PECS]" userId="S::dy25aad@herts.ac.uk::aef5adbd-626d-4ed8-b936-dc7d086cdd3f" providerId="AD" clId="Web-{163279A1-B5A7-41E3-91D9-2AA7D058043F}" dt="2025-11-30T21:06:41.950" v="4"/>
          <ac:grpSpMkLst>
            <pc:docMk/>
            <pc:sldMk cId="2511608338" sldId="257"/>
            <ac:grpSpMk id="13" creationId="{DD354807-230F-4402-B1B9-F733A8F1F190}"/>
          </ac:grpSpMkLst>
        </pc:grpChg>
        <pc:picChg chg="mod ord">
          <ac:chgData name="Dipesh Yadav [Student-PECS]" userId="S::dy25aad@herts.ac.uk::aef5adbd-626d-4ed8-b936-dc7d086cdd3f" providerId="AD" clId="Web-{163279A1-B5A7-41E3-91D9-2AA7D058043F}" dt="2025-11-30T21:06:41.965" v="5"/>
          <ac:picMkLst>
            <pc:docMk/>
            <pc:sldMk cId="2511608338" sldId="257"/>
            <ac:picMk id="4" creationId="{E1EE4530-7C4F-33EA-98D6-E2FA5BB71788}"/>
          </ac:picMkLst>
        </pc:picChg>
      </pc:sldChg>
      <pc:sldChg chg="addSp modSp mod setBg">
        <pc:chgData name="Dipesh Yadav [Student-PECS]" userId="S::dy25aad@herts.ac.uk::aef5adbd-626d-4ed8-b936-dc7d086cdd3f" providerId="AD" clId="Web-{163279A1-B5A7-41E3-91D9-2AA7D058043F}" dt="2025-11-30T21:07:07.513" v="7" actId="20577"/>
        <pc:sldMkLst>
          <pc:docMk/>
          <pc:sldMk cId="1403426313" sldId="258"/>
        </pc:sldMkLst>
        <pc:spChg chg="mod">
          <ac:chgData name="Dipesh Yadav [Student-PECS]" userId="S::dy25aad@herts.ac.uk::aef5adbd-626d-4ed8-b936-dc7d086cdd3f" providerId="AD" clId="Web-{163279A1-B5A7-41E3-91D9-2AA7D058043F}" dt="2025-11-30T21:06:56.481" v="6"/>
          <ac:spMkLst>
            <pc:docMk/>
            <pc:sldMk cId="1403426313" sldId="258"/>
            <ac:spMk id="2" creationId="{C7794A06-549C-1824-0B5E-424516BA7F1E}"/>
          </ac:spMkLst>
        </pc:spChg>
        <pc:spChg chg="mod">
          <ac:chgData name="Dipesh Yadav [Student-PECS]" userId="S::dy25aad@herts.ac.uk::aef5adbd-626d-4ed8-b936-dc7d086cdd3f" providerId="AD" clId="Web-{163279A1-B5A7-41E3-91D9-2AA7D058043F}" dt="2025-11-30T21:07:07.513" v="7" actId="20577"/>
          <ac:spMkLst>
            <pc:docMk/>
            <pc:sldMk cId="1403426313" sldId="258"/>
            <ac:spMk id="3" creationId="{D9EE247E-1F09-6199-B66D-9A9021D96B13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56.481" v="6"/>
          <ac:spMkLst>
            <pc:docMk/>
            <pc:sldMk cId="1403426313" sldId="258"/>
            <ac:spMk id="8" creationId="{F837543A-6020-4505-A233-C9DB4BF74011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56.481" v="6"/>
          <ac:spMkLst>
            <pc:docMk/>
            <pc:sldMk cId="1403426313" sldId="258"/>
            <ac:spMk id="10" creationId="{35B16301-FB18-48BA-A6DD-C37CAF6F9A18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56.481" v="6"/>
          <ac:spMkLst>
            <pc:docMk/>
            <pc:sldMk cId="1403426313" sldId="258"/>
            <ac:spMk id="12" creationId="{C3C0D90E-074A-4F52-9B11-B52BEF4BCBE5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56.481" v="6"/>
          <ac:spMkLst>
            <pc:docMk/>
            <pc:sldMk cId="1403426313" sldId="258"/>
            <ac:spMk id="14" creationId="{CABBD4C1-E6F8-46F6-8152-A8A97490BF4D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56.481" v="6"/>
          <ac:spMkLst>
            <pc:docMk/>
            <pc:sldMk cId="1403426313" sldId="258"/>
            <ac:spMk id="16" creationId="{83BA5EF5-1FE9-4BF9-83BB-269BCDDF6156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56.481" v="6"/>
          <ac:spMkLst>
            <pc:docMk/>
            <pc:sldMk cId="1403426313" sldId="258"/>
            <ac:spMk id="20" creationId="{88853921-7BC9-4BDE-ACAB-133C683C82D6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56.481" v="6"/>
          <ac:spMkLst>
            <pc:docMk/>
            <pc:sldMk cId="1403426313" sldId="258"/>
            <ac:spMk id="22" creationId="{09192968-3AE7-4470-A61C-97294BB92731}"/>
          </ac:spMkLst>
        </pc:spChg>
        <pc:spChg chg="add">
          <ac:chgData name="Dipesh Yadav [Student-PECS]" userId="S::dy25aad@herts.ac.uk::aef5adbd-626d-4ed8-b936-dc7d086cdd3f" providerId="AD" clId="Web-{163279A1-B5A7-41E3-91D9-2AA7D058043F}" dt="2025-11-30T21:06:56.481" v="6"/>
          <ac:spMkLst>
            <pc:docMk/>
            <pc:sldMk cId="1403426313" sldId="258"/>
            <ac:spMk id="24" creationId="{3AB72E55-43E4-4356-BFE8-E2102CB0B505}"/>
          </ac:spMkLst>
        </pc:spChg>
      </pc:sldChg>
    </pc:docChg>
  </pc:docChgLst>
  <pc:docChgLst>
    <pc:chgData name="Dipesh Yadav [Student-PECS]" userId="S::dy25aad@herts.ac.uk::aef5adbd-626d-4ed8-b936-dc7d086cdd3f" providerId="AD" clId="Web-{D6AAD021-1DAD-4B5D-B923-EB9A2CD30BC5}"/>
    <pc:docChg chg="addSld delSld modSld">
      <pc:chgData name="Dipesh Yadav [Student-PECS]" userId="S::dy25aad@herts.ac.uk::aef5adbd-626d-4ed8-b936-dc7d086cdd3f" providerId="AD" clId="Web-{D6AAD021-1DAD-4B5D-B923-EB9A2CD30BC5}" dt="2025-11-30T21:00:15.746" v="82" actId="20577"/>
      <pc:docMkLst>
        <pc:docMk/>
      </pc:docMkLst>
      <pc:sldChg chg="modSp">
        <pc:chgData name="Dipesh Yadav [Student-PECS]" userId="S::dy25aad@herts.ac.uk::aef5adbd-626d-4ed8-b936-dc7d086cdd3f" providerId="AD" clId="Web-{D6AAD021-1DAD-4B5D-B923-EB9A2CD30BC5}" dt="2025-11-30T20:58:44.338" v="51" actId="20577"/>
        <pc:sldMkLst>
          <pc:docMk/>
          <pc:sldMk cId="109857222" sldId="256"/>
        </pc:sldMkLst>
        <pc:spChg chg="mod">
          <ac:chgData name="Dipesh Yadav [Student-PECS]" userId="S::dy25aad@herts.ac.uk::aef5adbd-626d-4ed8-b936-dc7d086cdd3f" providerId="AD" clId="Web-{D6AAD021-1DAD-4B5D-B923-EB9A2CD30BC5}" dt="2025-11-30T20:52:11.353" v="7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ipesh Yadav [Student-PECS]" userId="S::dy25aad@herts.ac.uk::aef5adbd-626d-4ed8-b936-dc7d086cdd3f" providerId="AD" clId="Web-{D6AAD021-1DAD-4B5D-B923-EB9A2CD30BC5}" dt="2025-11-30T20:58:44.338" v="51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">
        <pc:chgData name="Dipesh Yadav [Student-PECS]" userId="S::dy25aad@herts.ac.uk::aef5adbd-626d-4ed8-b936-dc7d086cdd3f" providerId="AD" clId="Web-{D6AAD021-1DAD-4B5D-B923-EB9A2CD30BC5}" dt="2025-11-30T20:57:18.164" v="39" actId="1076"/>
        <pc:sldMkLst>
          <pc:docMk/>
          <pc:sldMk cId="2511608338" sldId="257"/>
        </pc:sldMkLst>
        <pc:spChg chg="mod">
          <ac:chgData name="Dipesh Yadav [Student-PECS]" userId="S::dy25aad@herts.ac.uk::aef5adbd-626d-4ed8-b936-dc7d086cdd3f" providerId="AD" clId="Web-{D6AAD021-1DAD-4B5D-B923-EB9A2CD30BC5}" dt="2025-11-30T20:56:57.304" v="36" actId="20577"/>
          <ac:spMkLst>
            <pc:docMk/>
            <pc:sldMk cId="2511608338" sldId="257"/>
            <ac:spMk id="2" creationId="{12347734-4D28-C3EA-772B-F96CDC145CB0}"/>
          </ac:spMkLst>
        </pc:spChg>
        <pc:spChg chg="del">
          <ac:chgData name="Dipesh Yadav [Student-PECS]" userId="S::dy25aad@herts.ac.uk::aef5adbd-626d-4ed8-b936-dc7d086cdd3f" providerId="AD" clId="Web-{D6AAD021-1DAD-4B5D-B923-EB9A2CD30BC5}" dt="2025-11-30T20:53:46.592" v="12"/>
          <ac:spMkLst>
            <pc:docMk/>
            <pc:sldMk cId="2511608338" sldId="257"/>
            <ac:spMk id="3" creationId="{5FDF6C52-EDC1-C7D0-6757-5A2553B8BCAA}"/>
          </ac:spMkLst>
        </pc:spChg>
        <pc:picChg chg="add mod ord">
          <ac:chgData name="Dipesh Yadav [Student-PECS]" userId="S::dy25aad@herts.ac.uk::aef5adbd-626d-4ed8-b936-dc7d086cdd3f" providerId="AD" clId="Web-{D6AAD021-1DAD-4B5D-B923-EB9A2CD30BC5}" dt="2025-11-30T20:57:18.164" v="39" actId="1076"/>
          <ac:picMkLst>
            <pc:docMk/>
            <pc:sldMk cId="2511608338" sldId="257"/>
            <ac:picMk id="4" creationId="{E1EE4530-7C4F-33EA-98D6-E2FA5BB71788}"/>
          </ac:picMkLst>
        </pc:picChg>
      </pc:sldChg>
      <pc:sldChg chg="modSp new">
        <pc:chgData name="Dipesh Yadav [Student-PECS]" userId="S::dy25aad@herts.ac.uk::aef5adbd-626d-4ed8-b936-dc7d086cdd3f" providerId="AD" clId="Web-{D6AAD021-1DAD-4B5D-B923-EB9A2CD30BC5}" dt="2025-11-30T20:54:35.501" v="16" actId="20577"/>
        <pc:sldMkLst>
          <pc:docMk/>
          <pc:sldMk cId="1403426313" sldId="258"/>
        </pc:sldMkLst>
        <pc:spChg chg="mod">
          <ac:chgData name="Dipesh Yadav [Student-PECS]" userId="S::dy25aad@herts.ac.uk::aef5adbd-626d-4ed8-b936-dc7d086cdd3f" providerId="AD" clId="Web-{D6AAD021-1DAD-4B5D-B923-EB9A2CD30BC5}" dt="2025-11-30T20:54:08.500" v="14" actId="20577"/>
          <ac:spMkLst>
            <pc:docMk/>
            <pc:sldMk cId="1403426313" sldId="258"/>
            <ac:spMk id="2" creationId="{C7794A06-549C-1824-0B5E-424516BA7F1E}"/>
          </ac:spMkLst>
        </pc:spChg>
        <pc:spChg chg="mod">
          <ac:chgData name="Dipesh Yadav [Student-PECS]" userId="S::dy25aad@herts.ac.uk::aef5adbd-626d-4ed8-b936-dc7d086cdd3f" providerId="AD" clId="Web-{D6AAD021-1DAD-4B5D-B923-EB9A2CD30BC5}" dt="2025-11-30T20:54:35.501" v="16" actId="20577"/>
          <ac:spMkLst>
            <pc:docMk/>
            <pc:sldMk cId="1403426313" sldId="258"/>
            <ac:spMk id="3" creationId="{D9EE247E-1F09-6199-B66D-9A9021D96B13}"/>
          </ac:spMkLst>
        </pc:spChg>
      </pc:sldChg>
      <pc:sldChg chg="modSp new">
        <pc:chgData name="Dipesh Yadav [Student-PECS]" userId="S::dy25aad@herts.ac.uk::aef5adbd-626d-4ed8-b936-dc7d086cdd3f" providerId="AD" clId="Web-{D6AAD021-1DAD-4B5D-B923-EB9A2CD30BC5}" dt="2025-11-30T20:54:57.080" v="21" actId="20577"/>
        <pc:sldMkLst>
          <pc:docMk/>
          <pc:sldMk cId="2866735084" sldId="259"/>
        </pc:sldMkLst>
        <pc:spChg chg="mod">
          <ac:chgData name="Dipesh Yadav [Student-PECS]" userId="S::dy25aad@herts.ac.uk::aef5adbd-626d-4ed8-b936-dc7d086cdd3f" providerId="AD" clId="Web-{D6AAD021-1DAD-4B5D-B923-EB9A2CD30BC5}" dt="2025-11-30T20:54:40.955" v="19" actId="20577"/>
          <ac:spMkLst>
            <pc:docMk/>
            <pc:sldMk cId="2866735084" sldId="259"/>
            <ac:spMk id="2" creationId="{3EAAFA3B-1C0F-8C76-FB3E-8372CD5DA700}"/>
          </ac:spMkLst>
        </pc:spChg>
        <pc:spChg chg="mod">
          <ac:chgData name="Dipesh Yadav [Student-PECS]" userId="S::dy25aad@herts.ac.uk::aef5adbd-626d-4ed8-b936-dc7d086cdd3f" providerId="AD" clId="Web-{D6AAD021-1DAD-4B5D-B923-EB9A2CD30BC5}" dt="2025-11-30T20:54:57.080" v="21" actId="20577"/>
          <ac:spMkLst>
            <pc:docMk/>
            <pc:sldMk cId="2866735084" sldId="259"/>
            <ac:spMk id="3" creationId="{4DCF5CFA-4229-3D4D-F1C5-9BB3428EE6A7}"/>
          </ac:spMkLst>
        </pc:spChg>
      </pc:sldChg>
      <pc:sldChg chg="modSp new">
        <pc:chgData name="Dipesh Yadav [Student-PECS]" userId="S::dy25aad@herts.ac.uk::aef5adbd-626d-4ed8-b936-dc7d086cdd3f" providerId="AD" clId="Web-{D6AAD021-1DAD-4B5D-B923-EB9A2CD30BC5}" dt="2025-11-30T20:55:32.254" v="26" actId="20577"/>
        <pc:sldMkLst>
          <pc:docMk/>
          <pc:sldMk cId="28405575" sldId="260"/>
        </pc:sldMkLst>
        <pc:spChg chg="mod">
          <ac:chgData name="Dipesh Yadav [Student-PECS]" userId="S::dy25aad@herts.ac.uk::aef5adbd-626d-4ed8-b936-dc7d086cdd3f" providerId="AD" clId="Web-{D6AAD021-1DAD-4B5D-B923-EB9A2CD30BC5}" dt="2025-11-30T20:55:10.925" v="24" actId="20577"/>
          <ac:spMkLst>
            <pc:docMk/>
            <pc:sldMk cId="28405575" sldId="260"/>
            <ac:spMk id="2" creationId="{4F60E8C5-945E-168F-E750-D8BDB96804C9}"/>
          </ac:spMkLst>
        </pc:spChg>
        <pc:spChg chg="mod">
          <ac:chgData name="Dipesh Yadav [Student-PECS]" userId="S::dy25aad@herts.ac.uk::aef5adbd-626d-4ed8-b936-dc7d086cdd3f" providerId="AD" clId="Web-{D6AAD021-1DAD-4B5D-B923-EB9A2CD30BC5}" dt="2025-11-30T20:55:32.254" v="26" actId="20577"/>
          <ac:spMkLst>
            <pc:docMk/>
            <pc:sldMk cId="28405575" sldId="260"/>
            <ac:spMk id="3" creationId="{5421A471-3FBB-2993-425D-FDB1DCE55FAF}"/>
          </ac:spMkLst>
        </pc:spChg>
      </pc:sldChg>
      <pc:sldChg chg="modSp new">
        <pc:chgData name="Dipesh Yadav [Student-PECS]" userId="S::dy25aad@herts.ac.uk::aef5adbd-626d-4ed8-b936-dc7d086cdd3f" providerId="AD" clId="Web-{D6AAD021-1DAD-4B5D-B923-EB9A2CD30BC5}" dt="2025-11-30T20:55:53.786" v="33" actId="20577"/>
        <pc:sldMkLst>
          <pc:docMk/>
          <pc:sldMk cId="4249632321" sldId="261"/>
        </pc:sldMkLst>
        <pc:spChg chg="mod">
          <ac:chgData name="Dipesh Yadav [Student-PECS]" userId="S::dy25aad@herts.ac.uk::aef5adbd-626d-4ed8-b936-dc7d086cdd3f" providerId="AD" clId="Web-{D6AAD021-1DAD-4B5D-B923-EB9A2CD30BC5}" dt="2025-11-30T20:55:53.786" v="33" actId="20577"/>
          <ac:spMkLst>
            <pc:docMk/>
            <pc:sldMk cId="4249632321" sldId="261"/>
            <ac:spMk id="2" creationId="{35E760A2-4C09-3781-DC6B-1A143686D0E6}"/>
          </ac:spMkLst>
        </pc:spChg>
        <pc:spChg chg="mod">
          <ac:chgData name="Dipesh Yadav [Student-PECS]" userId="S::dy25aad@herts.ac.uk::aef5adbd-626d-4ed8-b936-dc7d086cdd3f" providerId="AD" clId="Web-{D6AAD021-1DAD-4B5D-B923-EB9A2CD30BC5}" dt="2025-11-30T20:55:50.005" v="29" actId="20577"/>
          <ac:spMkLst>
            <pc:docMk/>
            <pc:sldMk cId="4249632321" sldId="261"/>
            <ac:spMk id="3" creationId="{F6B0F07D-A32A-1FEA-2B35-6AF5EEF7B111}"/>
          </ac:spMkLst>
        </pc:spChg>
      </pc:sldChg>
      <pc:sldChg chg="modSp new">
        <pc:chgData name="Dipesh Yadav [Student-PECS]" userId="S::dy25aad@herts.ac.uk::aef5adbd-626d-4ed8-b936-dc7d086cdd3f" providerId="AD" clId="Web-{D6AAD021-1DAD-4B5D-B923-EB9A2CD30BC5}" dt="2025-11-30T21:00:15.746" v="82" actId="20577"/>
        <pc:sldMkLst>
          <pc:docMk/>
          <pc:sldMk cId="2129009080" sldId="262"/>
        </pc:sldMkLst>
        <pc:spChg chg="mod">
          <ac:chgData name="Dipesh Yadav [Student-PECS]" userId="S::dy25aad@herts.ac.uk::aef5adbd-626d-4ed8-b936-dc7d086cdd3f" providerId="AD" clId="Web-{D6AAD021-1DAD-4B5D-B923-EB9A2CD30BC5}" dt="2025-11-30T20:58:58.276" v="55" actId="20577"/>
          <ac:spMkLst>
            <pc:docMk/>
            <pc:sldMk cId="2129009080" sldId="262"/>
            <ac:spMk id="2" creationId="{119DB926-66DC-5D99-6F0E-3921C7E9E9A4}"/>
          </ac:spMkLst>
        </pc:spChg>
        <pc:spChg chg="mod">
          <ac:chgData name="Dipesh Yadav [Student-PECS]" userId="S::dy25aad@herts.ac.uk::aef5adbd-626d-4ed8-b936-dc7d086cdd3f" providerId="AD" clId="Web-{D6AAD021-1DAD-4B5D-B923-EB9A2CD30BC5}" dt="2025-11-30T21:00:15.746" v="82" actId="20577"/>
          <ac:spMkLst>
            <pc:docMk/>
            <pc:sldMk cId="2129009080" sldId="262"/>
            <ac:spMk id="3" creationId="{18188E45-78E5-4BE8-6D98-F2F31E3E3041}"/>
          </ac:spMkLst>
        </pc:spChg>
      </pc:sldChg>
      <pc:sldChg chg="new del">
        <pc:chgData name="Dipesh Yadav [Student-PECS]" userId="S::dy25aad@herts.ac.uk::aef5adbd-626d-4ed8-b936-dc7d086cdd3f" providerId="AD" clId="Web-{D6AAD021-1DAD-4B5D-B923-EB9A2CD30BC5}" dt="2025-11-30T20:56:13.255" v="35"/>
        <pc:sldMkLst>
          <pc:docMk/>
          <pc:sldMk cId="2512223137" sldId="262"/>
        </pc:sldMkLst>
      </pc:sldChg>
    </pc:docChg>
  </pc:docChgLst>
  <pc:docChgLst>
    <pc:chgData name="Dipesh Yadav [Student-PECS]" userId="S::dy25aad@herts.ac.uk::aef5adbd-626d-4ed8-b936-dc7d086cdd3f" providerId="AD" clId="Web-{15C5D0A7-3E7D-466C-9B4E-D95DA5DD4613}"/>
    <pc:docChg chg="modSld">
      <pc:chgData name="Dipesh Yadav [Student-PECS]" userId="S::dy25aad@herts.ac.uk::aef5adbd-626d-4ed8-b936-dc7d086cdd3f" providerId="AD" clId="Web-{15C5D0A7-3E7D-466C-9B4E-D95DA5DD4613}" dt="2025-11-30T21:02:22.873" v="8" actId="1076"/>
      <pc:docMkLst>
        <pc:docMk/>
      </pc:docMkLst>
      <pc:sldChg chg="addSp modSp">
        <pc:chgData name="Dipesh Yadav [Student-PECS]" userId="S::dy25aad@herts.ac.uk::aef5adbd-626d-4ed8-b936-dc7d086cdd3f" providerId="AD" clId="Web-{15C5D0A7-3E7D-466C-9B4E-D95DA5DD4613}" dt="2025-11-30T21:02:22.873" v="8" actId="1076"/>
        <pc:sldMkLst>
          <pc:docMk/>
          <pc:sldMk cId="2511608338" sldId="257"/>
        </pc:sldMkLst>
        <pc:spChg chg="add mod">
          <ac:chgData name="Dipesh Yadav [Student-PECS]" userId="S::dy25aad@herts.ac.uk::aef5adbd-626d-4ed8-b936-dc7d086cdd3f" providerId="AD" clId="Web-{15C5D0A7-3E7D-466C-9B4E-D95DA5DD4613}" dt="2025-11-30T21:02:22.873" v="8" actId="1076"/>
          <ac:spMkLst>
            <pc:docMk/>
            <pc:sldMk cId="2511608338" sldId="257"/>
            <ac:spMk id="3" creationId="{C3BBB949-993A-ED62-2B03-B725D4CC0F55}"/>
          </ac:spMkLst>
        </pc:spChg>
        <pc:picChg chg="mod">
          <ac:chgData name="Dipesh Yadav [Student-PECS]" userId="S::dy25aad@herts.ac.uk::aef5adbd-626d-4ed8-b936-dc7d086cdd3f" providerId="AD" clId="Web-{15C5D0A7-3E7D-466C-9B4E-D95DA5DD4613}" dt="2025-11-30T21:02:06.885" v="5" actId="1076"/>
          <ac:picMkLst>
            <pc:docMk/>
            <pc:sldMk cId="2511608338" sldId="257"/>
            <ac:picMk id="4" creationId="{E1EE4530-7C4F-33EA-98D6-E2FA5BB7178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0561DB-BBA4-46F3-BF0D-2366C157469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B0A6BAE-2C27-443D-8FE9-80FB8179C85F}">
      <dgm:prSet/>
      <dgm:spPr/>
      <dgm:t>
        <a:bodyPr/>
        <a:lstStyle/>
        <a:p>
          <a:r>
            <a:rPr lang="en-GB" b="1"/>
            <a:t>Null Hypothesis (H0):</a:t>
          </a:r>
          <a:br>
            <a:rPr lang="en-GB" b="1"/>
          </a:br>
          <a:r>
            <a:rPr lang="en-GB" b="1"/>
            <a:t>There is no correlation between total alcohol consumption and happiness score across countries.</a:t>
          </a:r>
          <a:endParaRPr lang="en-US"/>
        </a:p>
      </dgm:t>
    </dgm:pt>
    <dgm:pt modelId="{F8DE1F57-3637-4495-8861-AC8B34D9AE10}" type="parTrans" cxnId="{06B2C3F3-FE4F-4DFB-9138-4EF574CC5FBB}">
      <dgm:prSet/>
      <dgm:spPr/>
      <dgm:t>
        <a:bodyPr/>
        <a:lstStyle/>
        <a:p>
          <a:endParaRPr lang="en-US"/>
        </a:p>
      </dgm:t>
    </dgm:pt>
    <dgm:pt modelId="{32C33A3E-FF1C-4E4F-B370-2A2B6785F04E}" type="sibTrans" cxnId="{06B2C3F3-FE4F-4DFB-9138-4EF574CC5FBB}">
      <dgm:prSet/>
      <dgm:spPr/>
      <dgm:t>
        <a:bodyPr/>
        <a:lstStyle/>
        <a:p>
          <a:endParaRPr lang="en-US"/>
        </a:p>
      </dgm:t>
    </dgm:pt>
    <dgm:pt modelId="{76A696B1-A8F0-4B30-B4C6-878664046EEF}">
      <dgm:prSet/>
      <dgm:spPr/>
      <dgm:t>
        <a:bodyPr/>
        <a:lstStyle/>
        <a:p>
          <a:r>
            <a:rPr lang="en-GB" b="1"/>
            <a:t>Alternative Hypothesis (H1):</a:t>
          </a:r>
          <a:br>
            <a:rPr lang="en-GB" b="1"/>
          </a:br>
          <a:r>
            <a:rPr lang="en-GB" b="1"/>
            <a:t>There is a correlation between total alcohol consumption and happiness score across countries.</a:t>
          </a:r>
          <a:endParaRPr lang="en-US"/>
        </a:p>
      </dgm:t>
    </dgm:pt>
    <dgm:pt modelId="{027C2E7C-64D1-4C61-ACC0-4CE3CE593733}" type="parTrans" cxnId="{5219DE61-4533-4C83-893E-B69A883C91E5}">
      <dgm:prSet/>
      <dgm:spPr/>
      <dgm:t>
        <a:bodyPr/>
        <a:lstStyle/>
        <a:p>
          <a:endParaRPr lang="en-US"/>
        </a:p>
      </dgm:t>
    </dgm:pt>
    <dgm:pt modelId="{8433F61D-06AF-4372-AF9C-0B5F2DC110BF}" type="sibTrans" cxnId="{5219DE61-4533-4C83-893E-B69A883C91E5}">
      <dgm:prSet/>
      <dgm:spPr/>
      <dgm:t>
        <a:bodyPr/>
        <a:lstStyle/>
        <a:p>
          <a:endParaRPr lang="en-US"/>
        </a:p>
      </dgm:t>
    </dgm:pt>
    <dgm:pt modelId="{D4D2668B-F78F-43CF-B2F6-B4799E53F816}" type="pres">
      <dgm:prSet presAssocID="{020561DB-BBA4-46F3-BF0D-2366C157469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FCBBB79-80FE-4E03-B14A-D6FCA9179549}" type="pres">
      <dgm:prSet presAssocID="{9B0A6BAE-2C27-443D-8FE9-80FB8179C85F}" presName="hierRoot1" presStyleCnt="0"/>
      <dgm:spPr/>
    </dgm:pt>
    <dgm:pt modelId="{A86883C9-30AB-4E9A-BA77-ACAEFF01E04D}" type="pres">
      <dgm:prSet presAssocID="{9B0A6BAE-2C27-443D-8FE9-80FB8179C85F}" presName="composite" presStyleCnt="0"/>
      <dgm:spPr/>
    </dgm:pt>
    <dgm:pt modelId="{9F5F911D-076B-46E1-8AD9-26FC0F3C2D15}" type="pres">
      <dgm:prSet presAssocID="{9B0A6BAE-2C27-443D-8FE9-80FB8179C85F}" presName="background" presStyleLbl="node0" presStyleIdx="0" presStyleCnt="2"/>
      <dgm:spPr/>
    </dgm:pt>
    <dgm:pt modelId="{D5F2E737-162D-41CA-8AF0-414E7C1A4CC5}" type="pres">
      <dgm:prSet presAssocID="{9B0A6BAE-2C27-443D-8FE9-80FB8179C85F}" presName="text" presStyleLbl="fgAcc0" presStyleIdx="0" presStyleCnt="2">
        <dgm:presLayoutVars>
          <dgm:chPref val="3"/>
        </dgm:presLayoutVars>
      </dgm:prSet>
      <dgm:spPr/>
    </dgm:pt>
    <dgm:pt modelId="{04A2533C-DF4D-4C5E-A1C0-BF53F9EBAFC6}" type="pres">
      <dgm:prSet presAssocID="{9B0A6BAE-2C27-443D-8FE9-80FB8179C85F}" presName="hierChild2" presStyleCnt="0"/>
      <dgm:spPr/>
    </dgm:pt>
    <dgm:pt modelId="{EC682501-215B-4DD4-867B-14E3794ABE9C}" type="pres">
      <dgm:prSet presAssocID="{76A696B1-A8F0-4B30-B4C6-878664046EEF}" presName="hierRoot1" presStyleCnt="0"/>
      <dgm:spPr/>
    </dgm:pt>
    <dgm:pt modelId="{438F8265-0520-489D-92DD-1B9DC6CB3406}" type="pres">
      <dgm:prSet presAssocID="{76A696B1-A8F0-4B30-B4C6-878664046EEF}" presName="composite" presStyleCnt="0"/>
      <dgm:spPr/>
    </dgm:pt>
    <dgm:pt modelId="{AE132ECA-8C85-4AF3-B61F-1F2EE5A57627}" type="pres">
      <dgm:prSet presAssocID="{76A696B1-A8F0-4B30-B4C6-878664046EEF}" presName="background" presStyleLbl="node0" presStyleIdx="1" presStyleCnt="2"/>
      <dgm:spPr/>
    </dgm:pt>
    <dgm:pt modelId="{7D6F0A4A-F0B7-4E26-9470-DE0444F0F12D}" type="pres">
      <dgm:prSet presAssocID="{76A696B1-A8F0-4B30-B4C6-878664046EEF}" presName="text" presStyleLbl="fgAcc0" presStyleIdx="1" presStyleCnt="2">
        <dgm:presLayoutVars>
          <dgm:chPref val="3"/>
        </dgm:presLayoutVars>
      </dgm:prSet>
      <dgm:spPr/>
    </dgm:pt>
    <dgm:pt modelId="{CC0ABBEE-CB40-481E-8841-FEB24D232264}" type="pres">
      <dgm:prSet presAssocID="{76A696B1-A8F0-4B30-B4C6-878664046EEF}" presName="hierChild2" presStyleCnt="0"/>
      <dgm:spPr/>
    </dgm:pt>
  </dgm:ptLst>
  <dgm:cxnLst>
    <dgm:cxn modelId="{601DD503-2E7D-4E57-BD4E-8B8780C506BE}" type="presOf" srcId="{76A696B1-A8F0-4B30-B4C6-878664046EEF}" destId="{7D6F0A4A-F0B7-4E26-9470-DE0444F0F12D}" srcOrd="0" destOrd="0" presId="urn:microsoft.com/office/officeart/2005/8/layout/hierarchy1"/>
    <dgm:cxn modelId="{5219DE61-4533-4C83-893E-B69A883C91E5}" srcId="{020561DB-BBA4-46F3-BF0D-2366C157469B}" destId="{76A696B1-A8F0-4B30-B4C6-878664046EEF}" srcOrd="1" destOrd="0" parTransId="{027C2E7C-64D1-4C61-ACC0-4CE3CE593733}" sibTransId="{8433F61D-06AF-4372-AF9C-0B5F2DC110BF}"/>
    <dgm:cxn modelId="{40E62A9C-1CEE-41A4-AC7D-2C7ED0C5CE9D}" type="presOf" srcId="{9B0A6BAE-2C27-443D-8FE9-80FB8179C85F}" destId="{D5F2E737-162D-41CA-8AF0-414E7C1A4CC5}" srcOrd="0" destOrd="0" presId="urn:microsoft.com/office/officeart/2005/8/layout/hierarchy1"/>
    <dgm:cxn modelId="{E396EBC3-FAA8-4678-A074-D47CEF86E7E1}" type="presOf" srcId="{020561DB-BBA4-46F3-BF0D-2366C157469B}" destId="{D4D2668B-F78F-43CF-B2F6-B4799E53F816}" srcOrd="0" destOrd="0" presId="urn:microsoft.com/office/officeart/2005/8/layout/hierarchy1"/>
    <dgm:cxn modelId="{06B2C3F3-FE4F-4DFB-9138-4EF574CC5FBB}" srcId="{020561DB-BBA4-46F3-BF0D-2366C157469B}" destId="{9B0A6BAE-2C27-443D-8FE9-80FB8179C85F}" srcOrd="0" destOrd="0" parTransId="{F8DE1F57-3637-4495-8861-AC8B34D9AE10}" sibTransId="{32C33A3E-FF1C-4E4F-B370-2A2B6785F04E}"/>
    <dgm:cxn modelId="{781100C3-94E7-4CFE-895E-05DB65F757C9}" type="presParOf" srcId="{D4D2668B-F78F-43CF-B2F6-B4799E53F816}" destId="{6FCBBB79-80FE-4E03-B14A-D6FCA9179549}" srcOrd="0" destOrd="0" presId="urn:microsoft.com/office/officeart/2005/8/layout/hierarchy1"/>
    <dgm:cxn modelId="{FF7D8F55-7500-4875-8DF8-715236882CB8}" type="presParOf" srcId="{6FCBBB79-80FE-4E03-B14A-D6FCA9179549}" destId="{A86883C9-30AB-4E9A-BA77-ACAEFF01E04D}" srcOrd="0" destOrd="0" presId="urn:microsoft.com/office/officeart/2005/8/layout/hierarchy1"/>
    <dgm:cxn modelId="{A52811A2-327A-413D-8816-778C73A71CBE}" type="presParOf" srcId="{A86883C9-30AB-4E9A-BA77-ACAEFF01E04D}" destId="{9F5F911D-076B-46E1-8AD9-26FC0F3C2D15}" srcOrd="0" destOrd="0" presId="urn:microsoft.com/office/officeart/2005/8/layout/hierarchy1"/>
    <dgm:cxn modelId="{4A9976AC-71EC-4ABF-A445-51035675E1D9}" type="presParOf" srcId="{A86883C9-30AB-4E9A-BA77-ACAEFF01E04D}" destId="{D5F2E737-162D-41CA-8AF0-414E7C1A4CC5}" srcOrd="1" destOrd="0" presId="urn:microsoft.com/office/officeart/2005/8/layout/hierarchy1"/>
    <dgm:cxn modelId="{C9CFFA7C-E7B0-425D-A0DB-51A3D8BDED48}" type="presParOf" srcId="{6FCBBB79-80FE-4E03-B14A-D6FCA9179549}" destId="{04A2533C-DF4D-4C5E-A1C0-BF53F9EBAFC6}" srcOrd="1" destOrd="0" presId="urn:microsoft.com/office/officeart/2005/8/layout/hierarchy1"/>
    <dgm:cxn modelId="{28AF8D18-D8E9-4FD6-A541-D120DFA77DAF}" type="presParOf" srcId="{D4D2668B-F78F-43CF-B2F6-B4799E53F816}" destId="{EC682501-215B-4DD4-867B-14E3794ABE9C}" srcOrd="1" destOrd="0" presId="urn:microsoft.com/office/officeart/2005/8/layout/hierarchy1"/>
    <dgm:cxn modelId="{2FDBFD0D-DEF5-44AA-B782-F578DE608860}" type="presParOf" srcId="{EC682501-215B-4DD4-867B-14E3794ABE9C}" destId="{438F8265-0520-489D-92DD-1B9DC6CB3406}" srcOrd="0" destOrd="0" presId="urn:microsoft.com/office/officeart/2005/8/layout/hierarchy1"/>
    <dgm:cxn modelId="{6B2DD9EC-2300-454D-A2A3-ABBFE662352B}" type="presParOf" srcId="{438F8265-0520-489D-92DD-1B9DC6CB3406}" destId="{AE132ECA-8C85-4AF3-B61F-1F2EE5A57627}" srcOrd="0" destOrd="0" presId="urn:microsoft.com/office/officeart/2005/8/layout/hierarchy1"/>
    <dgm:cxn modelId="{6656766B-9895-46DA-ACBB-598C167D84E9}" type="presParOf" srcId="{438F8265-0520-489D-92DD-1B9DC6CB3406}" destId="{7D6F0A4A-F0B7-4E26-9470-DE0444F0F12D}" srcOrd="1" destOrd="0" presId="urn:microsoft.com/office/officeart/2005/8/layout/hierarchy1"/>
    <dgm:cxn modelId="{202CCA5E-F9E7-4719-8F07-4494D21EA097}" type="presParOf" srcId="{EC682501-215B-4DD4-867B-14E3794ABE9C}" destId="{CC0ABBEE-CB40-481E-8841-FEB24D23226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5F911D-076B-46E1-8AD9-26FC0F3C2D15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F2E737-162D-41CA-8AF0-414E7C1A4CC5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Null Hypothesis (H0):</a:t>
          </a:r>
          <a:br>
            <a:rPr lang="en-GB" sz="2500" b="1" kern="1200"/>
          </a:br>
          <a:r>
            <a:rPr lang="en-GB" sz="2500" b="1" kern="1200"/>
            <a:t>There is no correlation between total alcohol consumption and happiness score across countries.</a:t>
          </a:r>
          <a:endParaRPr lang="en-US" sz="2500" kern="1200"/>
        </a:p>
      </dsp:txBody>
      <dsp:txXfrm>
        <a:off x="585701" y="1066737"/>
        <a:ext cx="4337991" cy="2693452"/>
      </dsp:txXfrm>
    </dsp:sp>
    <dsp:sp modelId="{AE132ECA-8C85-4AF3-B61F-1F2EE5A57627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6F0A4A-F0B7-4E26-9470-DE0444F0F12D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Alternative Hypothesis (H1):</a:t>
          </a:r>
          <a:br>
            <a:rPr lang="en-GB" sz="2500" b="1" kern="1200"/>
          </a:br>
          <a:r>
            <a:rPr lang="en-GB" sz="2500" b="1" kern="1200"/>
            <a:t>There is a correlation between total alcohol consumption and happiness score across countries.</a:t>
          </a:r>
          <a:endParaRPr lang="en-US" sz="2500" kern="1200"/>
        </a:p>
      </dsp:txBody>
      <dsp:txXfrm>
        <a:off x="6092527" y="1066737"/>
        <a:ext cx="4337991" cy="2693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GB" sz="4800">
                <a:solidFill>
                  <a:srgbClr val="FFFFFF"/>
                </a:solidFill>
              </a:rPr>
              <a:t>Research Question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200">
                <a:solidFill>
                  <a:srgbClr val="FFFFFF"/>
                </a:solidFill>
                <a:ea typeface="+mn-lt"/>
                <a:cs typeface="+mn-lt"/>
              </a:rPr>
              <a:t>Tutorial Presentation for Feedback</a:t>
            </a:r>
          </a:p>
          <a:p>
            <a:r>
              <a:rPr lang="en-GB" sz="2200">
                <a:solidFill>
                  <a:srgbClr val="FFFFFF"/>
                </a:solidFill>
              </a:rPr>
              <a:t>Group B: 103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347734-4D28-C3EA-772B-F96CDC145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Dataset ID: DS222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EE4530-7C4F-33EA-98D6-E2FA5BB717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4153" y="457200"/>
            <a:ext cx="8584656" cy="34553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BBB949-993A-ED62-2B03-B725D4CC0F55}"/>
              </a:ext>
            </a:extLst>
          </p:cNvPr>
          <p:cNvSpPr txBox="1"/>
          <p:nvPr/>
        </p:nvSpPr>
        <p:spPr>
          <a:xfrm>
            <a:off x="5246415" y="4230094"/>
            <a:ext cx="6235268" cy="180016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1"/>
              <a:t>Dataset ID:</a:t>
            </a:r>
            <a:br>
              <a:rPr lang="en-US" sz="800" b="1"/>
            </a:br>
            <a:r>
              <a:rPr lang="en-US" sz="800" b="1"/>
              <a:t>HappinessAlcoholConsumption.csv</a:t>
            </a:r>
            <a:endParaRPr lang="en-US" sz="8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1"/>
              <a:t>Number of rows:</a:t>
            </a:r>
            <a:br>
              <a:rPr lang="en-US" sz="800" b="1"/>
            </a:br>
            <a:r>
              <a:rPr lang="en-US" sz="800" b="1"/>
              <a:t>Approximately 122 countries</a:t>
            </a:r>
            <a:endParaRPr lang="en-US" sz="8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1"/>
              <a:t>Sample of Variables Used:</a:t>
            </a:r>
            <a:endParaRPr lang="en-US" sz="8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/>
              <a:t>Beer_PerCapita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/>
              <a:t>Spirit_PerCapita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/>
              <a:t>Wine_PerCapita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/>
              <a:t>HappinessScore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/>
              <a:t>Each row represents </a:t>
            </a:r>
            <a:r>
              <a:rPr lang="en-US" sz="800" b="1"/>
              <a:t>one country</a:t>
            </a:r>
            <a:r>
              <a:rPr lang="en-US" sz="80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08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94A06-549C-1824-0B5E-424516BA7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GB" dirty="0">
                <a:ea typeface="+mj-lt"/>
                <a:cs typeface="+mj-lt"/>
              </a:rPr>
              <a:t>WHY THIS DATASET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E247E-1F09-6199-B66D-9A9021D96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ea typeface="+mn-lt"/>
                <a:cs typeface="+mn-lt"/>
              </a:rPr>
              <a:t>This dataset is interesting to us because it allows us to explore how lifestyle factors, such as alcohol consumption, may be related to happiness levels across different countries.</a:t>
            </a:r>
            <a:endParaRPr lang="en-GB" dirty="0"/>
          </a:p>
          <a:p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26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AAFA3B-1C0F-8C76-FB3E-8372CD5D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>
                <a:ea typeface="+mj-lt"/>
                <a:cs typeface="+mj-lt"/>
              </a:rPr>
              <a:t>VARIABLES AND DATA TYPES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F5CFA-4229-3D4D-F1C5-9BB3428EE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b="1" dirty="0">
                <a:ea typeface="+mn-lt"/>
                <a:cs typeface="+mn-lt"/>
              </a:rPr>
              <a:t>Independent Variable:</a:t>
            </a:r>
            <a:br>
              <a:rPr lang="en-GB" b="1" dirty="0">
                <a:ea typeface="+mn-lt"/>
                <a:cs typeface="+mn-lt"/>
              </a:rPr>
            </a:br>
            <a:r>
              <a:rPr lang="en-GB" b="1" dirty="0">
                <a:ea typeface="+mn-lt"/>
                <a:cs typeface="+mn-lt"/>
              </a:rPr>
              <a:t>Total Alcohol Consumption (litres per capita)</a:t>
            </a:r>
            <a:br>
              <a:rPr lang="en-GB" b="1" dirty="0">
                <a:ea typeface="+mn-lt"/>
                <a:cs typeface="+mn-lt"/>
              </a:rPr>
            </a:br>
            <a:r>
              <a:rPr lang="en-GB" b="1" dirty="0">
                <a:ea typeface="+mn-lt"/>
                <a:cs typeface="+mn-lt"/>
              </a:rPr>
              <a:t>(Calculated from beer, spirit, and wine consumption)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Independent Variable Data Type:</a:t>
            </a:r>
            <a:br>
              <a:rPr lang="en-GB" b="1" dirty="0">
                <a:ea typeface="+mn-lt"/>
                <a:cs typeface="+mn-lt"/>
              </a:rPr>
            </a:br>
            <a:r>
              <a:rPr lang="en-GB" b="1" dirty="0">
                <a:ea typeface="+mn-lt"/>
                <a:cs typeface="+mn-lt"/>
              </a:rPr>
              <a:t>Interval / Measurement data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Dependent Variable:</a:t>
            </a:r>
            <a:br>
              <a:rPr lang="en-GB" b="1" dirty="0">
                <a:ea typeface="+mn-lt"/>
                <a:cs typeface="+mn-lt"/>
              </a:rPr>
            </a:br>
            <a:r>
              <a:rPr lang="en-GB" b="1" dirty="0">
                <a:ea typeface="+mn-lt"/>
                <a:cs typeface="+mn-lt"/>
              </a:rPr>
              <a:t>Happiness Score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Dependent Variable Data Type:</a:t>
            </a:r>
            <a:br>
              <a:rPr lang="en-GB" b="1" dirty="0">
                <a:ea typeface="+mn-lt"/>
                <a:cs typeface="+mn-lt"/>
              </a:rPr>
            </a:br>
            <a:r>
              <a:rPr lang="en-GB" b="1" dirty="0">
                <a:ea typeface="+mn-lt"/>
                <a:cs typeface="+mn-lt"/>
              </a:rPr>
              <a:t>Interval / Measurement data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6735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0E8C5-945E-168F-E750-D8BDB968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>
                <a:ea typeface="+mj-lt"/>
                <a:cs typeface="+mj-lt"/>
              </a:rPr>
              <a:t>RESEARCH QUESTION</a:t>
            </a:r>
            <a:endParaRPr lang="en-US" sz="480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1A471-3FBB-2993-425D-FDB1DCE55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400" b="1">
                <a:ea typeface="+mn-lt"/>
                <a:cs typeface="+mn-lt"/>
              </a:rPr>
              <a:t>Research Question:</a:t>
            </a:r>
            <a:br>
              <a:rPr lang="en-GB" sz="2400" b="1">
                <a:ea typeface="+mn-lt"/>
                <a:cs typeface="+mn-lt"/>
              </a:rPr>
            </a:br>
            <a:r>
              <a:rPr lang="en-GB" sz="2400" b="1">
                <a:ea typeface="+mn-lt"/>
                <a:cs typeface="+mn-lt"/>
              </a:rPr>
              <a:t>Is there a correlation between total alcohol consumption and happiness score across different countries?</a:t>
            </a:r>
            <a:endParaRPr lang="en-GB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5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760A2-4C09-3781-DC6B-1A143686D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74AE7E-BB28-F787-2F7F-3240E332BEC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9632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DB926-66DC-5D99-6F0E-3921C7E9E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GB" dirty="0"/>
              <a:t>Group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88E45-78E5-4BE8-6D98-F2F31E3E3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sz="2200">
                <a:ea typeface="+mn-lt"/>
                <a:cs typeface="+mn-lt"/>
              </a:rPr>
              <a:t>Module: </a:t>
            </a:r>
            <a:r>
              <a:rPr lang="en-GB" sz="2200" b="1">
                <a:ea typeface="+mn-lt"/>
                <a:cs typeface="+mn-lt"/>
              </a:rPr>
              <a:t>7COM1079</a:t>
            </a:r>
            <a:br>
              <a:rPr lang="en-GB" sz="2200" b="1">
                <a:ea typeface="+mn-lt"/>
                <a:cs typeface="+mn-lt"/>
              </a:rPr>
            </a:br>
            <a:r>
              <a:rPr lang="en-GB" sz="2200" b="1">
                <a:ea typeface="+mn-lt"/>
                <a:cs typeface="+mn-lt"/>
              </a:rPr>
              <a:t>Dataset: HappinessAlcoholConsumption.csv</a:t>
            </a:r>
            <a:br>
              <a:rPr lang="en-GB" sz="2200" b="1">
                <a:ea typeface="+mn-lt"/>
                <a:cs typeface="+mn-lt"/>
              </a:rPr>
            </a:br>
            <a:r>
              <a:rPr lang="en-GB" sz="2200" b="1">
                <a:ea typeface="+mn-lt"/>
                <a:cs typeface="+mn-lt"/>
              </a:rPr>
              <a:t>Group Number: B 103</a:t>
            </a:r>
            <a:br>
              <a:rPr lang="en-GB" sz="2200" b="1">
                <a:ea typeface="+mn-lt"/>
                <a:cs typeface="+mn-lt"/>
              </a:rPr>
            </a:br>
            <a:r>
              <a:rPr lang="en-GB" sz="2200" b="1">
                <a:ea typeface="+mn-lt"/>
                <a:cs typeface="+mn-lt"/>
              </a:rPr>
              <a:t>Name of Student Presenting: Venkatesh </a:t>
            </a:r>
            <a:r>
              <a:rPr lang="en-GB" sz="2200" b="1" err="1">
                <a:ea typeface="+mn-lt"/>
                <a:cs typeface="+mn-lt"/>
              </a:rPr>
              <a:t>Kancharlapalli</a:t>
            </a:r>
            <a:endParaRPr lang="en-GB" sz="2200" b="1">
              <a:ea typeface="+mn-lt"/>
              <a:cs typeface="+mn-lt"/>
            </a:endParaRPr>
          </a:p>
          <a:p>
            <a:endParaRPr lang="en-GB" sz="2200"/>
          </a:p>
          <a:p>
            <a:r>
              <a:rPr lang="en-GB" sz="2200">
                <a:ea typeface="+mn-lt"/>
                <a:cs typeface="+mn-lt"/>
              </a:rPr>
              <a:t>Names of Student Attendees:</a:t>
            </a:r>
            <a:endParaRPr lang="en-GB" sz="2200"/>
          </a:p>
          <a:p>
            <a:r>
              <a:rPr lang="en-GB" sz="2200">
                <a:ea typeface="+mn-lt"/>
                <a:cs typeface="+mn-lt"/>
              </a:rPr>
              <a:t>Dipesh Kumar Yadav</a:t>
            </a:r>
            <a:endParaRPr lang="en-GB" sz="2200"/>
          </a:p>
          <a:p>
            <a:r>
              <a:rPr lang="en-GB" sz="2200">
                <a:ea typeface="+mn-lt"/>
                <a:cs typeface="+mn-lt"/>
              </a:rPr>
              <a:t>Venkatesh </a:t>
            </a:r>
            <a:r>
              <a:rPr lang="en-GB" sz="2200" err="1">
                <a:ea typeface="+mn-lt"/>
                <a:cs typeface="+mn-lt"/>
              </a:rPr>
              <a:t>Kancharlapalli</a:t>
            </a:r>
            <a:endParaRPr lang="en-GB" sz="2200" err="1"/>
          </a:p>
          <a:p>
            <a:r>
              <a:rPr lang="en-GB" sz="2200">
                <a:ea typeface="+mn-lt"/>
                <a:cs typeface="+mn-lt"/>
              </a:rPr>
              <a:t>Aftab Abdul Shakur </a:t>
            </a:r>
            <a:r>
              <a:rPr lang="en-GB" sz="2200" err="1">
                <a:ea typeface="+mn-lt"/>
                <a:cs typeface="+mn-lt"/>
              </a:rPr>
              <a:t>Wadkar</a:t>
            </a:r>
            <a:r>
              <a:rPr lang="en-GB" sz="2200">
                <a:ea typeface="+mn-lt"/>
                <a:cs typeface="+mn-lt"/>
              </a:rPr>
              <a:t> (invited)</a:t>
            </a:r>
            <a:endParaRPr lang="en-GB" sz="2200"/>
          </a:p>
          <a:p>
            <a:pPr marL="0" indent="0">
              <a:buNone/>
            </a:pPr>
            <a:endParaRPr lang="en-GB" sz="2200" b="1"/>
          </a:p>
          <a:p>
            <a:endParaRPr lang="en-GB" sz="22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09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Research Question </vt:lpstr>
      <vt:lpstr>Dataset ID: DS222</vt:lpstr>
      <vt:lpstr>WHY THIS DATASET</vt:lpstr>
      <vt:lpstr>VARIABLES AND DATA TYPES</vt:lpstr>
      <vt:lpstr>RESEARCH QUESTION</vt:lpstr>
      <vt:lpstr>Hypothesis</vt:lpstr>
      <vt:lpstr>Group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58</cp:revision>
  <dcterms:created xsi:type="dcterms:W3CDTF">2025-11-30T20:51:06Z</dcterms:created>
  <dcterms:modified xsi:type="dcterms:W3CDTF">2025-11-30T21:08:52Z</dcterms:modified>
</cp:coreProperties>
</file>